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6FB9B3"/>
              </a:solidFill>
              <a:effectLst/>
            </c:spPr>
          </c:dPt>
          <c:dPt>
            <c:idx val="4"/>
            <c:bubble3D val="0"/>
            <c:spPr>
              <a:solidFill>
                <a:srgbClr val="B7D9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Bills</c:v>
                </c:pt>
                <c:pt idx="3">
                  <c:v>Entertainment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web app to track and understand everyday spending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144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[Your College]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🧾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Receipts pile up, then get forgotten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purchases and small digital payments are rarely written down anywhere.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📊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picture of spending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83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statement arrives, it's too late to change that month's habits.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🔐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budgeting apps ask for too much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logins and subscriptions are a lot of friction for a quick check-in.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entry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expense in seconds — amount, category, date.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totals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total spent and transaction count.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insight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spending broken down by category at a glance.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setup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server or install — just open and 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stays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keeps records across sessions.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4069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everywhere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for desktop and mobile.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 vs.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Mental tracking or scattered notes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Manual spreadsheets with formulas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Full apps need accounts &amp; subscriptions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quick category-level view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Expense Tracker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the page and start logging instantly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login, server or install required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totals and category breakdown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saved locally, ready on next visit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1B1B1B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32004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634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1B1B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Logic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(component-style)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2004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549640" y="237744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B2B2E"/>
          </a:solidFill>
          <a:ln/>
          <a:effectLst>
            <a:outerShdw sx="100000" sy="100000" kx="0" ky="0" algn="bl" rotWithShape="0" blurRad="101600" dist="38100" dir="5400000">
              <a:srgbClr val="1B1B1B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325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client-side — no network round-trip needed for everyday use.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0873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873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dirty="0">
                <a:solidFill>
                  <a:srgbClr val="000000"/>
                </a:solidFill>
              </a:rPr>
              <a:t>📄</a:t>
            </a:r>
            <a:endParaRPr lang="en-US" sz="30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471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5480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5480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dirty="0">
                <a:solidFill>
                  <a:srgbClr val="000000"/>
                </a:solidFill>
              </a:rPr>
              <a:t>🎨</a:t>
            </a:r>
            <a:endParaRPr lang="en-US" sz="308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3187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theme-aware styling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078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0087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0087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dirty="0">
                <a:solidFill>
                  <a:srgbClr val="000000"/>
                </a:solidFill>
              </a:rPr>
              <a:t>⚙️</a:t>
            </a:r>
            <a:endParaRPr lang="en-US" sz="3080" dirty="0"/>
          </a:p>
        </p:txBody>
      </p:sp>
      <p:sp>
        <p:nvSpPr>
          <p:cNvPr id="16" name="Text 14"/>
          <p:cNvSpPr txBox="1"/>
          <p:nvPr/>
        </p:nvSpPr>
        <p:spPr>
          <a:xfrm>
            <a:off x="637794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logic, React-style components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86850" y="1920240"/>
            <a:ext cx="2526030" cy="2834640"/>
          </a:xfrm>
          <a:prstGeom prst="roundRect">
            <a:avLst>
              <a:gd name="adj" fmla="val 2896"/>
            </a:avLst>
          </a:prstGeom>
          <a:solidFill>
            <a:srgbClr val="F3F6F5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46945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46945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dirty="0">
                <a:solidFill>
                  <a:srgbClr val="000000"/>
                </a:solidFill>
              </a:rPr>
              <a:t>💾</a:t>
            </a:r>
            <a:endParaRPr lang="en-US" sz="3080" dirty="0"/>
          </a:p>
        </p:txBody>
      </p:sp>
      <p:sp>
        <p:nvSpPr>
          <p:cNvPr id="21" name="Text 19"/>
          <p:cNvSpPr txBox="1"/>
          <p:nvPr/>
        </p:nvSpPr>
        <p:spPr>
          <a:xfrm>
            <a:off x="9224010" y="3474720"/>
            <a:ext cx="22517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24010" y="3886200"/>
            <a:ext cx="2251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persistence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layer (Node.js/Express or Java/Spring Boot) is a natural future addition — see Future Scope.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Expense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category, date &amp; note in one quick 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List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entry, newest first, with one-tap delete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Dashboard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24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total spent and transaction count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Breakdown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view of where money goes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Persistence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refreshes and browser restarts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4096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right on phone, tablet or desktop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Category Breakdown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 — shown for one sample month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 —  35% of spend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0" y="25603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 —  20% of spend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0" y="32004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 —  25% of spend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0" y="3840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6FB9B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 —  10% of spend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0" y="44805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B7D9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—  10% of spend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install, account or internet needed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totals and category feedback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enough for first-time users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hosting cost — no backend to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B2B2E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Node.js/Express or Java/Spring Boot backend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Database storage with multi-device sync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069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Accounts &amp; multi-user support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Budgets, alerts and trend analytics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less effort. Understand more.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2026-09-23T05:37:11Z</dcterms:created>
  <dcterms:modified xsi:type="dcterms:W3CDTF">2026-09-23T05:37:11Z</dcterms:modified>
</cp:coreProperties>
</file>